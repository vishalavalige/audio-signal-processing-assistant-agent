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/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r>
                        <a:t>Vishala Valige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vishalavalige@gmail.com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9392097680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Domain of  Project – Electronics &amp; Telecommunications / IoT (Agentic AI)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Project Title – Audio Signal Processing Assistant Agent</a:t>
            </a:r>
            <a:endParaRPr lang="en-IN" sz="2400" b="1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B9CAD4-4C26-0B0D-138A-3E4AF8884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498" y="3635298"/>
            <a:ext cx="1123888" cy="113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Statement: Audio Signal Processing Assistant Agent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</a:p>
          <a:p>
            <a:pPr fontAlgn="base"/>
            <a:r>
              <a:rPr lang="en-US" b="0" dirty="0"/>
              <a:t>Smart environments generate constant audio signals — dog barking, glass breaking, appliance hums — but most systems cannot interpret what these sounds mean or how urgently a user should respond. Without an intelligent listener, important events go unnoticed while harmless ones cause false alarms.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</a:p>
          <a:p>
            <a:pPr fontAlgn="base"/>
            <a:r>
              <a:rPr lang="en-US" b="0" dirty="0"/>
              <a:t>Build an agentic AI system that listens to an audio stream, classifies the event it hears, and generates an appropriate, context-aware notification. The solution should: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Audio Feature Extraction</a:t>
            </a:r>
            <a:r>
              <a:rPr lang="en-US" b="0" dirty="0"/>
              <a:t> – Extract MFCC, spectral centroid, and RMS energy from incoming audio using librosa.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Event Classification</a:t>
            </a:r>
            <a:r>
              <a:rPr lang="en-US" b="0" dirty="0"/>
              <a:t> – Map extracted features to an event label (dog_barking, glass_breaking, background_hum) and an urgency level.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Agentic Development</a:t>
            </a:r>
            <a:r>
              <a:rPr lang="en-US" b="0" dirty="0"/>
              <a:t> – Use IBM Bob to autonomously write, run, and verify the processing and classification pipeline.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Natural-Language Response</a:t>
            </a:r>
            <a:r>
              <a:rPr lang="en-US" b="0" dirty="0"/>
              <a:t> – Use an IBM Granite model on watsonx.ai to turn a classification result into a clear, tone-appropriate notification.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Hardware-Aware Design</a:t>
            </a:r>
            <a:r>
              <a:rPr lang="en-US" b="0" dirty="0"/>
              <a:t> – Reflect a realistic embedded deployment using an ESP32 + I2S microphone, designed and simulated in Wokwi.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b="1"/>
              <a:t>Proposed Solution: Audio Signal Processing Assistant Agent</a:t>
            </a:r>
            <a:endParaRPr lang="en-US" b="1" dirty="0"/>
          </a:p>
          <a:p>
            <a:r>
              <a:rPr lang="en-US" b="0" dirty="0"/>
              <a:t>The proposed solution is an agentic audio-monitoring assistant, built primarily using </a:t>
            </a:r>
            <a:r>
              <a:rPr lang="en-US" b="1" dirty="0"/>
              <a:t>IBM Bob</a:t>
            </a:r>
            <a:r>
              <a:rPr lang="en-US" b="0" dirty="0"/>
              <a:t>, with </a:t>
            </a:r>
            <a:r>
              <a:rPr lang="en-US" b="1" dirty="0"/>
              <a:t>IBM watsonx.ai</a:t>
            </a:r>
            <a:r>
              <a:rPr lang="en-US" b="0" dirty="0"/>
              <a:t> and </a:t>
            </a:r>
            <a:r>
              <a:rPr lang="en-US" b="1" dirty="0"/>
              <a:t>Granite models</a:t>
            </a:r>
            <a:r>
              <a:rPr lang="en-US" b="0" dirty="0"/>
              <a:t> powering the natural-language response layer.</a:t>
            </a:r>
          </a:p>
          <a:p>
            <a:r>
              <a:rPr lang="en-US" b="0" dirty="0"/>
              <a:t>IBM Bob was used as the AI development partner for this project: given a single natural-language task description, Bob planned the project structure, created all required files (synthetic audio generator, feature-extraction module, rule-based classifier, main agent script, README, requirements.txt), installed dependencies, executed the pipeline, and self-corrected a bug it found during its own verification run — all with checkpoint approvals along the way.</a:t>
            </a:r>
          </a:p>
          <a:p>
            <a:r>
              <a:rPr lang="en-US" b="0" dirty="0"/>
              <a:t>The pipeline itself works in four stages:</a:t>
            </a:r>
          </a:p>
          <a:p>
            <a:r>
              <a:rPr lang="en-US" b="1" dirty="0"/>
              <a:t>Feature Extraction</a:t>
            </a:r>
            <a:r>
              <a:rPr lang="en-US" b="0" dirty="0"/>
              <a:t> – librosa extracts MFCCs, spectral centroid, and RMS energy from each audio clip.</a:t>
            </a:r>
          </a:p>
          <a:p>
            <a:r>
              <a:rPr lang="en-US" b="1" dirty="0"/>
              <a:t>Rule-Based Classification</a:t>
            </a:r>
            <a:r>
              <a:rPr lang="en-US" b="0" dirty="0"/>
              <a:t> – Thresholds on these features map the sound to an event label and urgency level (low/medium/high).</a:t>
            </a:r>
          </a:p>
          <a:p>
            <a:r>
              <a:rPr lang="en-US" b="1" dirty="0"/>
              <a:t>Agent Response Generation</a:t>
            </a:r>
            <a:r>
              <a:rPr lang="en-US" b="0" dirty="0"/>
              <a:t> – The classification result is passed to IBM Granite-4.0-H-Small via the watsonx.ai SDK, which generates a short, context-appropriate notification.</a:t>
            </a:r>
          </a:p>
          <a:p>
            <a:r>
              <a:rPr lang="en-US" b="1" dirty="0"/>
              <a:t>Hardware Context</a:t>
            </a:r>
            <a:r>
              <a:rPr lang="en-US" b="0" dirty="0"/>
              <a:t> – An ESP32 + I2S microphone design, simulated in Wokwi, represents how audio would be captured in a real embedded deployment.</a:t>
            </a:r>
          </a:p>
          <a:p>
            <a:r>
              <a:rPr lang="en-US" b="0" dirty="0"/>
              <a:t>Overall, this project demonstrates end-to-end agentic development — from a single prompt to a working, self-verified Python application — using IBM Bob as the core development partner.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</a:t>
            </a:r>
            <a:r>
              <a:rPr lang="en-US" sz="1800" b="0" dirty="0"/>
              <a:t> – AI development partner used to plan, write, run, and self-verify the entire Python pipeline from a single natural-language prompt.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/>
              <a:t>IBM Granite-4.0-H-Small</a:t>
            </a:r>
            <a:r>
              <a:rPr sz="1800" b="0"/>
              <a:t> – 30B parameter IBM foundation model, used to generate context-aware natural-language notifications from classification results.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/>
              <a:t>IBM watsonx.ai</a:t>
            </a:r>
            <a:r>
              <a:rPr sz="1800" b="0"/>
              <a:t> – Platform used for Prompt Lab testing and model access via the ibm-watsonx-ai Python SDK.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/>
              <a:t>Python + librosa</a:t>
            </a:r>
            <a:r>
              <a:rPr sz="1800" b="0"/>
              <a:t> – Core audio feature extraction: MFCCs, spectral centroid, RMS energy, zero-crossing rate.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/>
              <a:t>Wokwi</a:t>
            </a:r>
            <a:r>
              <a:rPr sz="1800" b="0"/>
              <a:t> – ESP32 + I2S microphone hardware/firmware design and simulation.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/>
              <a:t>GitHub</a:t>
            </a:r>
            <a:r>
              <a:rPr sz="1800" b="0"/>
              <a:t> – Public repository hosting the full project code and documentation.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Picture 153" descr="178868417524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929" y="863187"/>
            <a:ext cx="9700287" cy="5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 descr="Screenshot_2026-09-06_1426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515" y="1253604"/>
            <a:ext cx="8104969" cy="453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_2026-09-06_1427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33" y="400546"/>
            <a:ext cx="10190799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6" y="1053082"/>
            <a:ext cx="9902320" cy="427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the Audio Assistant</a:t>
            </a:r>
          </a:p>
          <a:p>
            <a:r>
              <a:rPr lang="en-US" b="0"/>
              <a:t>Agentic AI is what allows this project to move beyond a static script into an autonomous development and reasoning process.</a:t>
            </a:r>
          </a:p>
          <a:p>
            <a:r>
              <a:rPr lang="en-US" b="0"/>
              <a:t>During development, </a:t>
            </a:r>
            <a:r>
              <a:rPr lang="en-US" b="1"/>
              <a:t>IBM Bob</a:t>
            </a:r>
            <a:r>
              <a:rPr lang="en-US" b="0"/>
              <a:t> acted as an agentic coding partner: given one natural-language task, it independently planned a 7-step build (project structure, dependencies, synthetic test data, feature extraction, classifier, agent script, README), executed each step, ran the pipeline, read its own output, and corrected a bug it found in the classifier — without needing step-by-step instructions.</a:t>
            </a:r>
          </a:p>
          <a:p>
            <a:r>
              <a:rPr lang="en-US" b="0"/>
              <a:t>At runtime, the agent layer (</a:t>
            </a:r>
            <a:r>
              <a:rPr lang="en-US" b="1"/>
              <a:t>Granite-4.0-H-Small</a:t>
            </a:r>
            <a:r>
              <a:rPr lang="en-US" b="0"/>
              <a:t> on watsonx.ai) brings context awareness to the output: the same classification pipeline produces a calm status update for a low-urgency background hum, a friendly suggestion for medium-urgency dog barking, and an urgent safety alert for high-urgency glass breaking — adjusting tone and content automatically rather than using fixed templates.</a:t>
            </a:r>
          </a:p>
          <a:p>
            <a:r>
              <a:rPr lang="en-US" b="0"/>
              <a:t>Together, the build-time agent (Bob) and the runtime agent (Granite) make the system proactive and adaptive rather than a fixed if-else script.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~12,500 tokens used for the full build + self-verification task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279" name="Picture 278" descr="178868417524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80601"/>
            <a:ext cx="5095875" cy="2803482"/>
          </a:xfrm>
          <a:prstGeom prst="rect">
            <a:avLst/>
          </a:prstGeom>
        </p:spPr>
      </p:pic>
      <p:pic>
        <p:nvPicPr>
          <p:cNvPr id="280" name="Picture 279" descr="178868484100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14" y="2451181"/>
            <a:ext cx="5105098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409144" y="6040887"/>
            <a:ext cx="11163874" cy="5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>
                <a:solidFill>
                  <a:srgbClr val="333333"/>
                </a:solidFill>
              </a:rPr>
              <a:t>IBM Bob writing requirements.txt and requesting approval before installing dependencies and creating the remaining files.</a:t>
            </a:r>
          </a:p>
        </p:txBody>
      </p:sp>
      <p:pic>
        <p:nvPicPr>
          <p:cNvPr id="283" name="Picture 282" descr="178868424449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554" y="885593"/>
            <a:ext cx="9103054" cy="509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561749" y="5732940"/>
            <a:ext cx="10493347" cy="5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>
                <a:solidFill>
                  <a:srgbClr val="333333"/>
                </a:solidFill>
              </a:rPr>
              <a:t>IBM Bob requesting approval to execute 'python agent.py' after installing all dependencies and creating all 6 project files.</a:t>
            </a:r>
          </a:p>
        </p:txBody>
      </p:sp>
      <p:pic>
        <p:nvPicPr>
          <p:cNvPr id="283" name="Picture 282" descr="178868462689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409" y="1004536"/>
            <a:ext cx="8418026" cy="46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804493" y="6185040"/>
            <a:ext cx="10583014" cy="5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>
                <a:solidFill>
                  <a:srgbClr val="333333"/>
                </a:solidFill>
              </a:rPr>
              <a:t>IBM Bob's agent.py run on the dog-bark test tone — output shows the classified event, urgency, and the spectral-centroid reasoning behind the decision.</a:t>
            </a:r>
          </a:p>
        </p:txBody>
      </p:sp>
      <p:pic>
        <p:nvPicPr>
          <p:cNvPr id="279" name="Picture 278" descr="178870142454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271" y="801991"/>
            <a:ext cx="9513458" cy="532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0"/>
              <a:t>The proposed Audio Signal Processing Assistant Agent stands out by combining agentic development, real-time signal processing, and personalized natural-language response into a single system.</a:t>
            </a:r>
          </a:p>
          <a:p>
            <a:r>
              <a:rPr sz="1800" b="1"/>
              <a:t>Agent-Built, Not Just Agent-Powered</a:t>
            </a:r>
            <a:r>
              <a:rPr sz="1800" b="0"/>
              <a:t> – The entire codebase was planned, written, executed, and self-corrected by IBM Bob from one natural-language prompt, not hand-coded step by step.</a:t>
            </a:r>
            <a:endParaRPr lang="en-IN" sz="1800"/>
          </a:p>
          <a:p>
            <a:r>
              <a:rPr lang="en-IN" sz="1800" b="1"/>
              <a:t>Self-Verifying Pipeline</a:t>
            </a:r>
            <a:r>
              <a:rPr lang="en-IN" sz="1800" b="0"/>
              <a:t> – Bob ran the finished pipeline itself, read the output, and fixed a classifier bug it discovered — without manual debugging.</a:t>
            </a:r>
          </a:p>
          <a:p>
            <a:r>
              <a:rPr lang="en-IN" sz="1800" b="1"/>
              <a:t>Context-Aware Responses</a:t>
            </a:r>
            <a:r>
              <a:rPr lang="en-IN" sz="1800" b="0"/>
              <a:t> – IBM Granite-4.0-H-Small adjusts tone and content by urgency, from calm status updates to safety alerts, with no hard-coded templates.</a:t>
            </a:r>
          </a:p>
          <a:p>
            <a:r>
              <a:rPr lang="en-IN" sz="1800" b="1"/>
              <a:t>Hardware-Grounded Design</a:t>
            </a:r>
            <a:r>
              <a:rPr lang="en-IN" sz="1800" b="0"/>
              <a:t> – An ESP32 + I2S microphone design in Wokwi keeps the solution grounded in a realistic embedded deployment path.</a:t>
            </a:r>
          </a:p>
          <a:p>
            <a:r>
              <a:rPr lang="en-IN" sz="1800" b="1"/>
              <a:t>Engineering Transparency</a:t>
            </a:r>
            <a:r>
              <a:rPr lang="en-IN" sz="1800" b="0"/>
              <a:t> – The project documents a real limitation found during testing (spectral-centroid sensitivity to background noise) and how it was addressed.</a:t>
            </a:r>
          </a:p>
          <a:p>
            <a:r>
              <a:rPr lang="en-IN" sz="1800" b="1"/>
              <a:t>Scalable Foundation</a:t>
            </a:r>
            <a:r>
              <a:rPr lang="en-IN" sz="1800" b="0"/>
              <a:t> – Built on IBM watsonx.ai and Granite models, with a clear path to real audio data and a trained ML classifier.</a:t>
            </a:r>
          </a:p>
          <a:p>
            <a:r>
              <a:rPr lang="en-IN" sz="1800" b="0"/>
              <a:t>This makes the solution both a working audio-monitoring assistant and a demonstration of agentic, AI-assisted software development.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Repository (public, README enabled):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https://github.com/Vishalavalige/Audio-Signal-Processing-Assistant-Agent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  <a:buNone/>
            </a:pP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850" b="1" dirty="0"/>
              <a:t>Repository includes: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850" b="0" dirty="0"/>
              <a:t>All agent-relevant files created by IBM Bob (agent.py, classifier.py, feature extraction module, synthetic audio generator, requirements.txt)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850" b="0" dirty="0"/>
              <a:t>Project report (Audio_Agent_Project_Report.docx)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850" b="0" dirty="0"/>
              <a:t>Problem statement and this project presentation (.pptx)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1850" b="0" dirty="0"/>
              <a:t>README.md with project overview, architecture, and results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Real Hardware &amp; Real Audio –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the ESP32 + I2S microphone design on physical hardware and replace synthetic test tones with real recorded audio, so the classifier is validated against real-world acoustic conditions rather than clean sine waves.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Trained ML Classifier –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the rule-based, threshold classifier with a trained model (e.g. a small CNN on mel-spectrograms) to handle background noise and overlapping sounds robustly — addressing the noise-sensitivity limitation found during testing.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Live Deployment &amp; Tool-Calling –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the pipeline as a watsonx.ai endpoint for real-time inference, and register formal tool definitions so the Granite agent can directly trigger actions (e.g. send_alert) rather than only describing them.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Getting Started with Artificial Intelligence — IBM SkillsBuild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47" y="1423459"/>
            <a:ext cx="6139915" cy="474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Lab: Troubleshoot Your Code Using IBM Bob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139" y="1712637"/>
            <a:ext cx="6028746" cy="46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1396</Words>
  <Application>Microsoft Office PowerPoint</Application>
  <PresentationFormat>Widescreen</PresentationFormat>
  <Paragraphs>95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Vishala Valige</cp:lastModifiedBy>
  <cp:revision>4</cp:revision>
  <dcterms:created xsi:type="dcterms:W3CDTF">2025-07-08T05:06:56Z</dcterms:created>
  <dcterms:modified xsi:type="dcterms:W3CDTF">2026-09-06T15:19:19Z</dcterms:modified>
</cp:coreProperties>
</file>